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LexicalSimilarityBackend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FPR</c:v>
                  </c:pt>
                  <c:pt idx="3">
                    <c:v>Accuracy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TfidfSimilarityBackend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FPR</c:v>
                  </c:pt>
                  <c:pt idx="3">
                    <c:v>Accuracy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</c:v>
                </c:pt>
                <c:pt idx="1">
                  <c:v>1</c:v>
                </c:pt>
                <c:pt idx="2">
                  <c:v>0.2</c:v>
                </c:pt>
                <c:pt idx="3">
                  <c:v>0.889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tagline: regular IAM answers 'can this agent do this.' This project answers 'does this action still serve what the human wanted.' That's the whole pitch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 laundering: an agent using a permission it legitimately holds, for a purpose that no longer matches original human intent, even when every authorization check passes. This is the confused-deputy problem, compounded across a chain instead of one 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hop's envelope only signs the claimed intent at the time it was created, not the action receipt that gets attached after execution — that separation is deliberate, a signature is a claim of intent at time T, the receipt is an independently captured fact recorded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action-grounding as the key differentiator from pure text-similarity designs, and transitive as the thing this project is actually built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load-bearing test case: test_transitive_catches_drift_that_survives_every_pairwise_hop. Chained pairwise-to-pairwise scoring would pass this chain at every 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not LangGraph or CrewAI for the agent harness — a time tradeoff, documented as such, not a hidden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baseline demo. It's not the evaluation — that's the benchmark slide later. Three hand-picked scenarios passing is necessary but not sufficient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now permanent regression tests in test_adversarial.py, alongside a keyword-stuffing attempt, a vague-root-intent attempt, and a boundary-hugging multi-hop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limitation, said out loud in the room: 18 cases is small, and all cases were hand-authored by the same person who built the system. Flagged in docs/EVALUATION.md, not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single research-methodology data point in the project: an upgrade was attempted, genuinely debugged through two real bugs, and rejected on its own measured evidence, documented in full in docs/EVALUATION.md.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this before anyone in the room can ask 'isn't this just X.' Full writeup with gap analysis in docs/PUBLISHABILITY.md.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honesty checkpoint one more time if asked: this is a solid independent implementation with real red-team findings and a real measured research result, not a claim to novelty.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263A7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A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AUTHORITY-USE INTEGRITY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intent laundering in multi-agent AI systems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permission check can pass. The intent can still be laundered.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Cybersecurity Capstone  •  Ray  •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answers the wrong question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Confused-deputy risk, compounded across an agent delegation chain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IAM checks today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agent hold the permission it's about to use?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credential valid, unexpired, unrevoked?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once, at the moment of the call.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CEBE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0312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nobody checks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88036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action still serve the original human request?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purpose drifted across several delegation hops?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legitimately hold a permission and still use it for something the human never actually asked for.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delegation hop signs its claimed intent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Envelopes: signed, hash-linked records chained back to the root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8346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88920" y="3429000"/>
            <a:ext cx="50292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28346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8346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57800" y="3429000"/>
            <a:ext cx="50292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60720" y="28346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8346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26680" y="3429000"/>
            <a:ext cx="50292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28346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83464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 (leaf)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→ hashed → chained to parent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663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signature over the intent text + structured action/resource/constraints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Canonical-JSON content hash, chained to the parent envelope's hash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Tamper-evident: altering any hop invalidates every hash after 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Three-stage fidelity verification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and right checks are what a pure text-similarity system would miss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2128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hop's stated intent plausibly follow from its parent's stated intent?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Text-to-text comparison.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22128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Action-grounding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09160" y="2971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agent's ACTUAL tool call match what it said it would do?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46177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an agent lying about its own action — declared intent vs. real tool call, not two paraphrases.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9640" y="2240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221284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49640" y="297180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directly against the ROOT intent, not chained score-to-score, does the leaf action still serve the original ask?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9640" y="46177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drift that survives every individual pairwise hop.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direct root-vs-leaf check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pairwise hop can pass while the chain as a whole drifts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flight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2880360"/>
            <a:ext cx="59436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423160" y="34290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pairwise: OK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2377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calendar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conflicts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2880360"/>
            <a:ext cx="59436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754880" y="34290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pairwise: OK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0" y="2377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on file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2880360"/>
            <a:ext cx="59436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086600" y="342900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pairwise: OK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2377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recovery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 account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91640" y="4023360"/>
            <a:ext cx="699516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dash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417320" y="4160520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check: root vs. leaf, direct comparison → FLAGGED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9834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looks reasonable next to its own parent. Only comparing the leaf action directly against the root intent exposes that a flight-booking request ended up touching account recovery settings.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broker, hand-rolled agent harness, no cloud LLM dependency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(hand-rolled harness)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20116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path to a real tool call)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20116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 + BrokerService)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0" y="20116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Engine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(3-stage checks)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3566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(SQLite, hash-chained)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0" y="3566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4F7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7824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 + Forensic report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34640" y="2514600"/>
            <a:ext cx="45720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2514600"/>
            <a:ext cx="45720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21040" y="2514600"/>
            <a:ext cx="45720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78040" y="3017520"/>
            <a:ext cx="0" cy="54864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21240" y="3017520"/>
            <a:ext cx="0" cy="54864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8640" y="5029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goes through the interceptor → broker before it can touch a real tool. Nothing about the fidelity checks is a cloud API call — the whole pipeline runs local, so a live demo never depends on conference wifi.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three scenarios, end to 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scripts/demo.py — same three scenarios also run live in the Streamlit dashboard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Normal delegation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3347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not laundering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052560" y="22677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0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0" y="21488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FLAGGED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474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Action mismatch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95935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laundering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3593592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3593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0" y="34747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800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Cumulative drift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5285232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laundering (survives every pairwise hop)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4919472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4919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0" y="4800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RESULT: PASS — the system distinguishes normal delegation from both laundering patterns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Red-teaming this system found two real bugs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actually running constructed attacks, not by reasoning about them in the abstract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Resource self-declaration bypass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transitive escalation check trusted the agent's own declared resource field. An attacker could declare a benign resource while its real tool call touched a sensitive one.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ground the check in the actual tool call (actual_resource_touched), not the agent's claim about itself.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4348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That fix over-corrected into a new false positive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in reality flagged a legitimate flight purchase as “escalation,” because paying for a flight touches a sensitive resource that's an expected part of the task.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56235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an explicit allowlist of sensitive sub-resources that are a normal consequence of a given root task — anything not listed still defaults to “treat as escalation.”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honest benchmark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demo scenarios passing isn't evidence — built a labeled benchmark to get a real number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194560"/>
            <a:ext cx="1188720" cy="11887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8036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· calendar · email · account/recovery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19456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5780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chains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1188720" cy="11887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3524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chains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aui/benchmark.py + scripts/evaluate.py: real precision, recall, false-positive rate, accuracy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harder benign stress cases (long chains, cross-domain hops) beyond the 3 demo scenarios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attack patterns beyond the demo: constraint violation, resource misdeclaration, keyword stuffing, boundary hugging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upgrade that lost — measured, not assumed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TF-IDF similarity backend, fixed two real bugs in it, and it still underperformed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82880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18120" y="251460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1: no stemming — “flight” / “flights” shared zero vocabulary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2: stemmed tokens no longer matched the unstemmed stop-word list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both. TF-IDF still scored worse than plain lexical overlap.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the backend that measured better, not the one that sounds fancier.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this before calling anything here novel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literature check found this problem is not undiscovered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38328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649224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Prior work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Citation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already covers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SentinelAgent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arXiv:2604.02767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Formal delegation-chain framework, proven intent-entailment property, 516-scenario benchmark. Closest architectural match.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HDP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arXiv:2604.04522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Already standardizes the signed, hash-linked provenance layer as an IETF draft with a shipping SDK.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Authorization Propagation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in Multi-Agent AI Systems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arXiv:2605.05440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Formally separates this problem class from prompt injection.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Agent Drift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arXiv:2601.04170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Names the core phenomenon “semantic drift.”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 is: an independent, from-scratch, open-source implementation that converged on the same architecture several teams reached in the same few months — with its own real red-team findings, not a claim to have been first.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Authority-Use Integrity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263A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scripts/demo.py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scripts/evaluate.py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scripts/dashboard.py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10515600" cy="2103120"/>
          </a:xfrm>
          <a:prstGeom prst="roundRect">
            <a:avLst>
              <a:gd name="adj" fmla="val 3478"/>
            </a:avLst>
          </a:prstGeom>
          <a:solidFill>
            <a:srgbClr val="263A7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42062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v2 items, deliberately not in scope now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461772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Fan-out/fan-in delegation graphs (currently single-parent chains only)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embedding/NLI similarity backend, once torch can install outside this sandbox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Transparency-log anchoring, hardware-backed agent identity, a bigger independently-labeled benchmark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— MIT licensed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Authority-Use Integrity</dc:title>
  <dc:subject>PptxGenJS Presentation</dc:subject>
  <dc:creator>Ray</dc:creator>
  <cp:lastModifiedBy>Ray</cp:lastModifiedBy>
  <cp:revision>1</cp:revision>
  <dcterms:created xsi:type="dcterms:W3CDTF">2026-07-07T09:25:09Z</dcterms:created>
  <dcterms:modified xsi:type="dcterms:W3CDTF">2026-07-07T09:25:09Z</dcterms:modified>
</cp:coreProperties>
</file>